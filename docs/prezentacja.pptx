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Analiza i prognozowanie zapotrzebowania na energię elektryczną w Hiszpanii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Analiza i wizualizacja danych – Pandas, DataFrame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Dawid Hetmańczyk (126674)  |  Bartosz Bugla (180737)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Merito Chorzów  •  2025/2026  •  semestr 3 (letni)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Cel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Analiza godzinowego zapotrzebowania na energię w Hiszpanii (2015–2018)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Identyfikacja wzorców sezonowych, dobowych i tygodniowych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9397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Badanie wpływu pogody i miksu energetycznego (OZE vs paliwa)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94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Prognoza zużycia — regresja liniowa (baseline)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Zbiór danych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35,064 obserwacji godzinowych  •  2014-12-31 – 2018-12-31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Zużycie, produkcja ze źródeł, ceny, pogoda (5 miast)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9397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Źródło: Kaggle / ENTSO-E, Red Eléctrica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94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Narzędzia: Python, Pandas, Matplotlib, Seaborn, Plotly, scikit-learn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Przygotowanie danych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Wczytanie CSV → DataFrame z indeksem czasowym (UTC)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Usunięcie pustych kolumn, uzupełnienie braków (ffill/bfill)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9397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Scalenie energii + pogody, cechy: godzina, weekend, udział OZE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Zużycie energii w czasie</a:t>
            </a:r>
          </a:p>
        </p:txBody>
      </p:sp>
      <p:pic>
        <p:nvPicPr>
          <p:cNvPr id="4" name="Picture 3" descr="01_zuzycie_cz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3702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7D8B"/>
                </a:solidFill>
              </a:defRPr>
            </a:pPr>
            <a:r>
              <a:t>Wyraźna sezonowość — wyższe zużycie zimą i latem.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Profil dobowy</a:t>
            </a:r>
          </a:p>
        </p:txBody>
      </p:sp>
      <p:pic>
        <p:nvPicPr>
          <p:cNvPr id="4" name="Picture 3" descr="02_profil_dobow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5403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7D8B"/>
                </a:solidFill>
              </a:defRPr>
            </a:pPr>
            <a:r>
              <a:t>Dwa szczyty w dni robocze; niższe i płstsze zużycie w weekendy.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Heatmapa: godzina × miesiąc</a:t>
            </a:r>
          </a:p>
        </p:txBody>
      </p:sp>
      <p:pic>
        <p:nvPicPr>
          <p:cNvPr id="4" name="Picture 3" descr="03_heat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62046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Miks energetyczny</a:t>
            </a:r>
          </a:p>
        </p:txBody>
      </p:sp>
      <p:pic>
        <p:nvPicPr>
          <p:cNvPr id="4" name="Picture 3" descr="04_miks_energetycz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5403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7D8B"/>
                </a:solidFill>
              </a:defRPr>
            </a:pPr>
            <a:r>
              <a:t>Rosnący udział OZE w strukturze produkcji.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Wyniki statystyczne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Średnie zużycie: 28,698 MW (σ = 4,576)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Shapiro-Wilk: p = 9.16e-06 → brak normalności (testy nieparametryczne)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9397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Mann-Whitney (weekend): p = 0.00e+00 → weekend istotnie niższy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94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Śr. dzień roboczy: 29,425 MW  |  weekend: 26,884 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449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Korelacja zużycie–temperatura: r = 0.20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Prognoza zużycia (regresja liniowa)</a:t>
            </a:r>
          </a:p>
        </p:txBody>
      </p:sp>
      <p:pic>
        <p:nvPicPr>
          <p:cNvPr id="4" name="Picture 3" descr="05_progno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37184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7D8B"/>
                </a:solidFill>
              </a:defRPr>
            </a:pPr>
            <a:r>
              <a:t>MAE ≈ 3,384 MW  |  MAPE ≈ 11.7% na danych 2018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Wnioski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Silna sezonowość i cykl tygodniowy zużycia energii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OZE i paliwa kopalne uzupełniają się sezonowo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9397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Model baseline (5 cech) osiąga MAPE ≈ 11.7%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94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3238"/>
                </a:solidFill>
              </a:defRPr>
            </a:pPr>
            <a:r>
              <a:t>•  Temperatura i pora dnia to kluczowe predyktory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Dziękujemy za uwagę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